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30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456765" y="2466774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9580" y="166425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3862" y="848671"/>
            <a:ext cx="7571944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SIH26036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Title- MANAAK- online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verification system of weighing and measuring instruments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Miscellaneous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KHUSHAL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3CA92-C385-1E70-E911-B177114E7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755" y="0"/>
            <a:ext cx="2211404" cy="10003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12258" y="0"/>
            <a:ext cx="7433187" cy="807334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MAANAK : Online system for measuring instruments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1445" y="1351318"/>
            <a:ext cx="5161936" cy="483209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Proposed Solution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Single national platform for state wise access for legal metrology departments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Enabling online registration, application, fee payment, scheduling, verification and certification.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Agentic AI for doc verification, fraud detection and compliance enquiries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Generate digitally signed certificate with QR codes for instant verification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Provision of dashboards, alerts, search in the app.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4818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KHUSHAL</a:t>
            </a:r>
            <a:endParaRPr lang="en-IN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1D8C127E-FB6C-DB6E-B4F6-72337E033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0696" y="1351317"/>
            <a:ext cx="6092138" cy="298543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Addressal of Problem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Replaces manual and fragmented process to one easier app solution.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Reduces verification delays through automated scheduling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Increases accuracy through the use of AI assisted doc verification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Helps in fraud prevention and anomaly detection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EE0C4369-FD5E-5896-2079-231A15C3AD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0696" y="4437983"/>
            <a:ext cx="6092138" cy="17543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Innovation and Uniqueness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AI powered multi-agent system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Multi-lingual voice-chat assistance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AI instrument recognition and tamper seal detection using photographs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D01D9FB-7E5B-0F36-F7F2-23BFE684C4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755" y="0"/>
            <a:ext cx="2211404" cy="10003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9391" y="171215"/>
            <a:ext cx="158751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KHUSHAL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24BC0E-82EE-BF3C-CA6C-95A4592B10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58117" y="1823551"/>
            <a:ext cx="5270089" cy="42921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439F6AE8-AEB4-8BF0-652D-0F87B65265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4515" y="1226570"/>
            <a:ext cx="41298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High Level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F3809F-D24A-8CDB-CD0B-3050A3736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44" y="1488180"/>
            <a:ext cx="5715000" cy="2787300"/>
          </a:xfrm>
          <a:prstGeom prst="rect">
            <a:avLst/>
          </a:prstGeom>
        </p:spPr>
      </p:pic>
      <p:sp>
        <p:nvSpPr>
          <p:cNvPr id="15" name="TextBox 8">
            <a:extLst>
              <a:ext uri="{FF2B5EF4-FFF2-40B4-BE49-F238E27FC236}">
                <a16:creationId xmlns:a16="http://schemas.microsoft.com/office/drawing/2014/main" id="{68EE6E96-EF83-816A-0E1F-EBED37AEC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6699" y="918355"/>
            <a:ext cx="41298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Technologies Used</a:t>
            </a:r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6037821F-A33D-D1A7-CD1F-29835E06AB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185" y="4275480"/>
            <a:ext cx="412985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AI Agent Architecture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0067AA2-6CB3-E600-4255-35E997A98B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87144" y="4798700"/>
            <a:ext cx="5715000" cy="13169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280306C-180E-9E77-DD57-DF9EA97CC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1755" y="0"/>
            <a:ext cx="2211404" cy="10003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131163"/>
            <a:ext cx="151869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KHUSHAL</a:t>
            </a:r>
            <a:endParaRPr lang="en-IN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4F08E931-AA1C-3B2A-5A6D-49333FC91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55" y="1063448"/>
            <a:ext cx="5851531" cy="312393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FEASIBILITY </a:t>
            </a:r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Scalable architecture supports 1,00,00 users and 99.9% uptime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Offline first mobile design practical in rural and low mobility areas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Government ready deployment through Meghraj/NIC backed cloud infrastructure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Existing integrations such Aadhar, DigiLocker, GST allow easier integration.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A3E150D-A494-D583-9595-19D55C7A2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0200" y="1095375"/>
            <a:ext cx="5683045" cy="500136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POTENTIAL CHALLENGES</a:t>
            </a:r>
            <a:r>
              <a:rPr lang="en-US" sz="900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ctr"/>
            <a:endParaRPr lang="en-US" sz="1100" dirty="0">
              <a:latin typeface="Arial" pitchFamily="34" charset="0"/>
              <a:cs typeface="Arial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Integration complexity with state legacy systems and infrastructure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Poor connectivity relaying issues like data synchronization in rural areas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Data security risks due to integration with KYC’s like Aadhar like systems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Resistance to adoption due to widespread accustomed usage of manual systems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Legal and regulatory compliance issues with digital signatures and audit records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AI model drift could reduce accuracy as real-world data shifts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E9996086-E023-2928-9C9C-650A014FA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755" y="4320713"/>
            <a:ext cx="5851531" cy="189282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SOLUTIONS</a:t>
            </a:r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Phased rollout with MVP to state to nationwide deployment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Apply AI advisory for legal compliance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Use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kafka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decoupling for failure handling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49AC6F-F385-5BF0-B0F2-441ACEE12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755" y="0"/>
            <a:ext cx="2211404" cy="10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37928" y="88652"/>
            <a:ext cx="160718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KHUSHAL</a:t>
            </a:r>
            <a:endParaRPr lang="en-IN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7246111F-A35C-8AE2-824D-B0E317256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27" y="1001968"/>
            <a:ext cx="5453787" cy="52783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IMPACTS </a:t>
            </a:r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Consumers : instant verification, easier handling and remote access with app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Retail owners : faster access to certifications, verifications and renewal process without manual effort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Metrology Officers : reduced manual workload through the AI assisted platform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GATCs : better allocation with streamlined workflows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Rural Users : more accessibility through the app with solving the poor connectivity problem to an extent.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F6CFA774-52E1-2259-F7D8-8B65ECA17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675" y="1617892"/>
            <a:ext cx="2993570" cy="220060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SOCIAL</a:t>
            </a:r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Improved consumer trust and transparency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Multilingual support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1922A172-980D-9E27-8561-B014D51E0A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6749" y="1601444"/>
            <a:ext cx="2993570" cy="220060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ECONOMIC</a:t>
            </a:r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Faster schedule, low runtime.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Better fraud detection reducing losses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6AEA1DEE-DD73-AC94-E595-5D274687F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675" y="3955016"/>
            <a:ext cx="2993571" cy="220060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ENVIRONMENTAL</a:t>
            </a:r>
          </a:p>
          <a:p>
            <a:pPr algn="ctr"/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Reduce paper usage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Minimize unnecessary physical visits</a:t>
            </a: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A749191E-93C3-82D1-7CDB-160626EBA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5352" y="3916547"/>
            <a:ext cx="3042468" cy="232371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GOVERNANCE</a:t>
            </a:r>
          </a:p>
          <a:p>
            <a:pPr algn="ctr"/>
            <a:endParaRPr lang="en-US" sz="900" dirty="0">
              <a:latin typeface="Arial" pitchFamily="34" charset="0"/>
              <a:cs typeface="Arial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Centralized, auditable and transparent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itchFamily="34" charset="0"/>
                <a:cs typeface="Arial" pitchFamily="34" charset="0"/>
              </a:rPr>
              <a:t>Cross state monitoring with national oversight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635015B7-8DC0-D689-554F-926E3BE6E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6460" y="958150"/>
            <a:ext cx="2993570" cy="5232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Arial" pitchFamily="34" charset="0"/>
                <a:cs typeface="Arial" pitchFamily="34" charset="0"/>
              </a:rPr>
              <a:t>	BENEFITS</a:t>
            </a:r>
            <a:endParaRPr lang="en-US" sz="9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DF8E4AF-0304-A722-66B2-2EA68DB51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755" y="0"/>
            <a:ext cx="2211404" cy="10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26984" y="1874728"/>
            <a:ext cx="9385300" cy="310854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DigiLocker Issuer API Specification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Legal Metrology (General) Rules, 2011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BHASHINI – Reference for multilingual AI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2800" dirty="0"/>
              <a:t>Technical research: Study of AI/ML-based document processing, computer vision, anomaly detection, route optimization, RAG systems, offline-first applications and secure digital certification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95672" cy="71131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KHUSHAL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F29A71-627B-2A94-EE32-BC24ADF00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1755" y="0"/>
            <a:ext cx="2211404" cy="100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7992</TotalTime>
  <Words>509</Words>
  <Application>Microsoft Office PowerPoint</Application>
  <PresentationFormat>Widescreen</PresentationFormat>
  <Paragraphs>99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MAANAK : Online system for measuring instruments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Pratham Srivastava</cp:lastModifiedBy>
  <cp:revision>151</cp:revision>
  <dcterms:created xsi:type="dcterms:W3CDTF">2013-12-12T18:46:50Z</dcterms:created>
  <dcterms:modified xsi:type="dcterms:W3CDTF">2026-09-10T16:47:55Z</dcterms:modified>
  <cp:category/>
</cp:coreProperties>
</file>